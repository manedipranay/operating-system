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56" r:id="rId3"/>
    <p:sldId id="257" r:id="rId4"/>
    <p:sldId id="260" r:id="rId5"/>
    <p:sldId id="298" r:id="rId6"/>
    <p:sldId id="297" r:id="rId7"/>
    <p:sldId id="289" r:id="rId8"/>
    <p:sldId id="2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03043-7AC3-4773-A44B-82388B628A63}" v="2" dt="2026-07-16T13:42:24.875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edipranay.529@outlook.com" userId="5004c770070db395" providerId="LiveId" clId="{58A9C1BA-B877-4660-BB8D-81FDE541E347}"/>
    <pc:docChg chg="undo custSel addSld delSld modSld sldOrd">
      <pc:chgData name="manedipranay.529@outlook.com" userId="5004c770070db395" providerId="LiveId" clId="{58A9C1BA-B877-4660-BB8D-81FDE541E347}" dt="2026-09-02T04:04:39.123" v="685" actId="1440"/>
      <pc:docMkLst>
        <pc:docMk/>
      </pc:docMkLst>
      <pc:sldChg chg="addSp delSp modSp mod">
        <pc:chgData name="manedipranay.529@outlook.com" userId="5004c770070db395" providerId="LiveId" clId="{58A9C1BA-B877-4660-BB8D-81FDE541E347}" dt="2026-08-13T09:20:58.281" v="504" actId="1440"/>
        <pc:sldMkLst>
          <pc:docMk/>
          <pc:sldMk cId="1686087793" sldId="256"/>
        </pc:sldMkLst>
        <pc:spChg chg="mod">
          <ac:chgData name="manedipranay.529@outlook.com" userId="5004c770070db395" providerId="LiveId" clId="{58A9C1BA-B877-4660-BB8D-81FDE541E347}" dt="2026-08-13T06:17:50.685" v="351" actId="113"/>
          <ac:spMkLst>
            <pc:docMk/>
            <pc:sldMk cId="1686087793" sldId="256"/>
            <ac:spMk id="2" creationId="{74721930-7570-37D6-72AA-32CAC4EB964A}"/>
          </ac:spMkLst>
        </pc:spChg>
        <pc:spChg chg="mod">
          <ac:chgData name="manedipranay.529@outlook.com" userId="5004c770070db395" providerId="LiveId" clId="{58A9C1BA-B877-4660-BB8D-81FDE541E347}" dt="2026-08-13T09:20:46.283" v="502" actId="27636"/>
          <ac:spMkLst>
            <pc:docMk/>
            <pc:sldMk cId="1686087793" sldId="256"/>
            <ac:spMk id="3" creationId="{29E4BE9B-E219-C085-0BE9-032191770829}"/>
          </ac:spMkLst>
        </pc:spChg>
        <pc:picChg chg="add mod">
          <ac:chgData name="manedipranay.529@outlook.com" userId="5004c770070db395" providerId="LiveId" clId="{58A9C1BA-B877-4660-BB8D-81FDE541E347}" dt="2026-08-13T09:20:58.281" v="504" actId="1440"/>
          <ac:picMkLst>
            <pc:docMk/>
            <pc:sldMk cId="1686087793" sldId="256"/>
            <ac:picMk id="8" creationId="{80E153E8-B416-1F24-40CB-BE3D8C395924}"/>
          </ac:picMkLst>
        </pc:picChg>
      </pc:sldChg>
      <pc:sldChg chg="addSp modSp mod ord">
        <pc:chgData name="manedipranay.529@outlook.com" userId="5004c770070db395" providerId="LiveId" clId="{58A9C1BA-B877-4660-BB8D-81FDE541E347}" dt="2026-08-13T09:25:26.304" v="526" actId="1440"/>
        <pc:sldMkLst>
          <pc:docMk/>
          <pc:sldMk cId="1879597339" sldId="257"/>
        </pc:sldMkLst>
        <pc:spChg chg="mod">
          <ac:chgData name="manedipranay.529@outlook.com" userId="5004c770070db395" providerId="LiveId" clId="{58A9C1BA-B877-4660-BB8D-81FDE541E347}" dt="2026-08-13T09:23:15.373" v="516" actId="122"/>
          <ac:spMkLst>
            <pc:docMk/>
            <pc:sldMk cId="1879597339" sldId="257"/>
            <ac:spMk id="2" creationId="{619EEA68-CD6A-C199-1856-2990B98DC04A}"/>
          </ac:spMkLst>
        </pc:spChg>
        <pc:spChg chg="mod">
          <ac:chgData name="manedipranay.529@outlook.com" userId="5004c770070db395" providerId="LiveId" clId="{58A9C1BA-B877-4660-BB8D-81FDE541E347}" dt="2026-08-13T09:25:19.580" v="524" actId="1076"/>
          <ac:spMkLst>
            <pc:docMk/>
            <pc:sldMk cId="1879597339" sldId="257"/>
            <ac:spMk id="3" creationId="{E1155961-6146-1524-F74A-FBE5AB793D8E}"/>
          </ac:spMkLst>
        </pc:spChg>
        <pc:picChg chg="add mod">
          <ac:chgData name="manedipranay.529@outlook.com" userId="5004c770070db395" providerId="LiveId" clId="{58A9C1BA-B877-4660-BB8D-81FDE541E347}" dt="2026-08-13T09:25:26.304" v="526" actId="1440"/>
          <ac:picMkLst>
            <pc:docMk/>
            <pc:sldMk cId="1879597339" sldId="257"/>
            <ac:picMk id="4" creationId="{C42FB10E-681A-43EA-4C44-C66B0910A93F}"/>
          </ac:picMkLst>
        </pc:picChg>
        <pc:picChg chg="add mod">
          <ac:chgData name="manedipranay.529@outlook.com" userId="5004c770070db395" providerId="LiveId" clId="{58A9C1BA-B877-4660-BB8D-81FDE541E347}" dt="2026-08-13T06:12:37.347" v="316" actId="1076"/>
          <ac:picMkLst>
            <pc:docMk/>
            <pc:sldMk cId="1879597339" sldId="257"/>
            <ac:picMk id="5" creationId="{8D4B6470-B763-5063-6848-151989A885A1}"/>
          </ac:picMkLst>
        </pc:picChg>
      </pc:sldChg>
      <pc:sldChg chg="addSp modSp mod">
        <pc:chgData name="manedipranay.529@outlook.com" userId="5004c770070db395" providerId="LiveId" clId="{58A9C1BA-B877-4660-BB8D-81FDE541E347}" dt="2026-09-02T04:01:23.793" v="655" actId="1440"/>
        <pc:sldMkLst>
          <pc:docMk/>
          <pc:sldMk cId="3268800014" sldId="258"/>
        </pc:sldMkLst>
        <pc:spChg chg="mod">
          <ac:chgData name="manedipranay.529@outlook.com" userId="5004c770070db395" providerId="LiveId" clId="{58A9C1BA-B877-4660-BB8D-81FDE541E347}" dt="2026-08-13T06:25:52.388" v="411" actId="14100"/>
          <ac:spMkLst>
            <pc:docMk/>
            <pc:sldMk cId="3268800014" sldId="258"/>
            <ac:spMk id="2" creationId="{45B16AA7-AED2-8B31-B66A-C3FE0F2E4604}"/>
          </ac:spMkLst>
        </pc:spChg>
        <pc:spChg chg="mod">
          <ac:chgData name="manedipranay.529@outlook.com" userId="5004c770070db395" providerId="LiveId" clId="{58A9C1BA-B877-4660-BB8D-81FDE541E347}" dt="2026-08-13T06:26:57.694" v="426" actId="1076"/>
          <ac:spMkLst>
            <pc:docMk/>
            <pc:sldMk cId="3268800014" sldId="258"/>
            <ac:spMk id="3" creationId="{11B5D626-996F-5DA7-FC71-E11010158DBE}"/>
          </ac:spMkLst>
        </pc:spChg>
        <pc:picChg chg="add mod">
          <ac:chgData name="manedipranay.529@outlook.com" userId="5004c770070db395" providerId="LiveId" clId="{58A9C1BA-B877-4660-BB8D-81FDE541E347}" dt="2026-09-02T04:01:23.793" v="655" actId="1440"/>
          <ac:picMkLst>
            <pc:docMk/>
            <pc:sldMk cId="3268800014" sldId="258"/>
            <ac:picMk id="6" creationId="{0EA77178-A797-F61A-3603-872BA7377E72}"/>
          </ac:picMkLst>
        </pc:picChg>
        <pc:picChg chg="add mod">
          <ac:chgData name="manedipranay.529@outlook.com" userId="5004c770070db395" providerId="LiveId" clId="{58A9C1BA-B877-4660-BB8D-81FDE541E347}" dt="2026-08-13T06:25:48.361" v="410" actId="1076"/>
          <ac:picMkLst>
            <pc:docMk/>
            <pc:sldMk cId="3268800014" sldId="258"/>
            <ac:picMk id="7" creationId="{1DDD7DF1-701C-6E83-0DB4-045C34A93D61}"/>
          </ac:picMkLst>
        </pc:picChg>
      </pc:sldChg>
      <pc:sldChg chg="addSp modSp mod ord">
        <pc:chgData name="manedipranay.529@outlook.com" userId="5004c770070db395" providerId="LiveId" clId="{58A9C1BA-B877-4660-BB8D-81FDE541E347}" dt="2026-08-28T03:15:33.265" v="649" actId="113"/>
        <pc:sldMkLst>
          <pc:docMk/>
          <pc:sldMk cId="2215243232" sldId="259"/>
        </pc:sldMkLst>
        <pc:spChg chg="mod">
          <ac:chgData name="manedipranay.529@outlook.com" userId="5004c770070db395" providerId="LiveId" clId="{58A9C1BA-B877-4660-BB8D-81FDE541E347}" dt="2026-08-28T03:15:33.265" v="649" actId="113"/>
          <ac:spMkLst>
            <pc:docMk/>
            <pc:sldMk cId="2215243232" sldId="259"/>
            <ac:spMk id="2" creationId="{5E4FE581-D40A-CA67-399C-D4F1B71BA9B7}"/>
          </ac:spMkLst>
        </pc:spChg>
      </pc:sldChg>
      <pc:sldChg chg="addSp modSp mod ord modNotesTx">
        <pc:chgData name="manedipranay.529@outlook.com" userId="5004c770070db395" providerId="LiveId" clId="{58A9C1BA-B877-4660-BB8D-81FDE541E347}" dt="2026-08-14T04:23:09.958" v="610" actId="20577"/>
        <pc:sldMkLst>
          <pc:docMk/>
          <pc:sldMk cId="560476256" sldId="260"/>
        </pc:sldMkLst>
        <pc:spChg chg="mod">
          <ac:chgData name="manedipranay.529@outlook.com" userId="5004c770070db395" providerId="LiveId" clId="{58A9C1BA-B877-4660-BB8D-81FDE541E347}" dt="2026-08-14T04:22:53.301" v="557" actId="113"/>
          <ac:spMkLst>
            <pc:docMk/>
            <pc:sldMk cId="560476256" sldId="260"/>
            <ac:spMk id="2" creationId="{342EA21A-5BB7-6D3E-9214-A11EAE323F0E}"/>
          </ac:spMkLst>
        </pc:spChg>
        <pc:picChg chg="mod">
          <ac:chgData name="manedipranay.529@outlook.com" userId="5004c770070db395" providerId="LiveId" clId="{58A9C1BA-B877-4660-BB8D-81FDE541E347}" dt="2026-08-14T04:22:59.857" v="558" actId="1440"/>
          <ac:picMkLst>
            <pc:docMk/>
            <pc:sldMk cId="560476256" sldId="260"/>
            <ac:picMk id="5" creationId="{B74954C4-C782-85CA-867F-3ABAC136E921}"/>
          </ac:picMkLst>
        </pc:picChg>
      </pc:sldChg>
      <pc:sldChg chg="addSp modSp new mod ord">
        <pc:chgData name="manedipranay.529@outlook.com" userId="5004c770070db395" providerId="LiveId" clId="{58A9C1BA-B877-4660-BB8D-81FDE541E347}" dt="2026-08-12T12:25:06.941" v="307" actId="20577"/>
        <pc:sldMkLst>
          <pc:docMk/>
          <pc:sldMk cId="1479263446" sldId="261"/>
        </pc:sldMkLst>
        <pc:spChg chg="add mod">
          <ac:chgData name="manedipranay.529@outlook.com" userId="5004c770070db395" providerId="LiveId" clId="{58A9C1BA-B877-4660-BB8D-81FDE541E347}" dt="2026-08-12T12:25:06.941" v="307" actId="20577"/>
          <ac:spMkLst>
            <pc:docMk/>
            <pc:sldMk cId="1479263446" sldId="261"/>
            <ac:spMk id="5" creationId="{F2226E22-C275-9D4C-195B-161CE8C5F343}"/>
          </ac:spMkLst>
        </pc:spChg>
      </pc:sldChg>
      <pc:sldChg chg="modSp mod ord">
        <pc:chgData name="manedipranay.529@outlook.com" userId="5004c770070db395" providerId="LiveId" clId="{58A9C1BA-B877-4660-BB8D-81FDE541E347}" dt="2026-08-28T03:11:35.234" v="638" actId="20577"/>
        <pc:sldMkLst>
          <pc:docMk/>
          <pc:sldMk cId="3813987595" sldId="290"/>
        </pc:sldMkLst>
        <pc:spChg chg="mod">
          <ac:chgData name="manedipranay.529@outlook.com" userId="5004c770070db395" providerId="LiveId" clId="{58A9C1BA-B877-4660-BB8D-81FDE541E347}" dt="2026-08-28T03:11:35.234" v="638" actId="20577"/>
          <ac:spMkLst>
            <pc:docMk/>
            <pc:sldMk cId="3813987595" sldId="290"/>
            <ac:spMk id="3" creationId="{21C51D0D-B68F-05F4-F0BF-41B324B04443}"/>
          </ac:spMkLst>
        </pc:spChg>
      </pc:sldChg>
      <pc:sldChg chg="addSp modSp add mod">
        <pc:chgData name="manedipranay.529@outlook.com" userId="5004c770070db395" providerId="LiveId" clId="{58A9C1BA-B877-4660-BB8D-81FDE541E347}" dt="2026-08-13T09:23:07.308" v="515" actId="1440"/>
        <pc:sldMkLst>
          <pc:docMk/>
          <pc:sldMk cId="3036897112" sldId="291"/>
        </pc:sldMkLst>
        <pc:spChg chg="mod">
          <ac:chgData name="manedipranay.529@outlook.com" userId="5004c770070db395" providerId="LiveId" clId="{58A9C1BA-B877-4660-BB8D-81FDE541E347}" dt="2026-08-13T06:17:04.343" v="349" actId="113"/>
          <ac:spMkLst>
            <pc:docMk/>
            <pc:sldMk cId="3036897112" sldId="291"/>
            <ac:spMk id="2" creationId="{AB1E8BAC-E1A5-E20B-61C4-FCD22B5FF77F}"/>
          </ac:spMkLst>
        </pc:spChg>
        <pc:spChg chg="mod">
          <ac:chgData name="manedipranay.529@outlook.com" userId="5004c770070db395" providerId="LiveId" clId="{58A9C1BA-B877-4660-BB8D-81FDE541E347}" dt="2026-08-13T09:22:50.704" v="511" actId="14100"/>
          <ac:spMkLst>
            <pc:docMk/>
            <pc:sldMk cId="3036897112" sldId="291"/>
            <ac:spMk id="3" creationId="{6B084D99-2F1C-7C62-CFC9-3A781729E8F5}"/>
          </ac:spMkLst>
        </pc:spChg>
        <pc:picChg chg="add mod">
          <ac:chgData name="manedipranay.529@outlook.com" userId="5004c770070db395" providerId="LiveId" clId="{58A9C1BA-B877-4660-BB8D-81FDE541E347}" dt="2026-08-13T09:23:07.308" v="515" actId="1440"/>
          <ac:picMkLst>
            <pc:docMk/>
            <pc:sldMk cId="3036897112" sldId="291"/>
            <ac:picMk id="4" creationId="{8EF92848-4E1F-DDEF-36C8-9D9ECC57F8B5}"/>
          </ac:picMkLst>
        </pc:picChg>
      </pc:sldChg>
      <pc:sldChg chg="addSp modSp add mod">
        <pc:chgData name="manedipranay.529@outlook.com" userId="5004c770070db395" providerId="LiveId" clId="{58A9C1BA-B877-4660-BB8D-81FDE541E347}" dt="2026-09-02T04:04:39.123" v="685" actId="1440"/>
        <pc:sldMkLst>
          <pc:docMk/>
          <pc:sldMk cId="3250622477" sldId="292"/>
        </pc:sldMkLst>
        <pc:spChg chg="mod">
          <ac:chgData name="manedipranay.529@outlook.com" userId="5004c770070db395" providerId="LiveId" clId="{58A9C1BA-B877-4660-BB8D-81FDE541E347}" dt="2026-08-13T06:21:14.201" v="367" actId="113"/>
          <ac:spMkLst>
            <pc:docMk/>
            <pc:sldMk cId="3250622477" sldId="292"/>
            <ac:spMk id="2" creationId="{BE461E3D-1039-D771-C544-DC27E46E4FF3}"/>
          </ac:spMkLst>
        </pc:spChg>
        <pc:spChg chg="mod">
          <ac:chgData name="manedipranay.529@outlook.com" userId="5004c770070db395" providerId="LiveId" clId="{58A9C1BA-B877-4660-BB8D-81FDE541E347}" dt="2026-09-02T04:04:29.018" v="683" actId="1076"/>
          <ac:spMkLst>
            <pc:docMk/>
            <pc:sldMk cId="3250622477" sldId="292"/>
            <ac:spMk id="3" creationId="{3C12F8E1-9484-06A0-0AFF-903F527099CF}"/>
          </ac:spMkLst>
        </pc:spChg>
        <pc:picChg chg="add mod modCrop">
          <ac:chgData name="manedipranay.529@outlook.com" userId="5004c770070db395" providerId="LiveId" clId="{58A9C1BA-B877-4660-BB8D-81FDE541E347}" dt="2026-09-02T04:04:39.123" v="685" actId="1440"/>
          <ac:picMkLst>
            <pc:docMk/>
            <pc:sldMk cId="3250622477" sldId="292"/>
            <ac:picMk id="6" creationId="{49CA311F-9E63-9775-C889-1B0C4B38FEEC}"/>
          </ac:picMkLst>
        </pc:picChg>
      </pc:sldChg>
      <pc:sldChg chg="addSp modSp add mod">
        <pc:chgData name="manedipranay.529@outlook.com" userId="5004c770070db395" providerId="LiveId" clId="{58A9C1BA-B877-4660-BB8D-81FDE541E347}" dt="2026-09-02T04:03:13.773" v="670" actId="1440"/>
        <pc:sldMkLst>
          <pc:docMk/>
          <pc:sldMk cId="2056263299" sldId="293"/>
        </pc:sldMkLst>
        <pc:spChg chg="mod">
          <ac:chgData name="manedipranay.529@outlook.com" userId="5004c770070db395" providerId="LiveId" clId="{58A9C1BA-B877-4660-BB8D-81FDE541E347}" dt="2026-08-13T06:24:13.772" v="392" actId="14100"/>
          <ac:spMkLst>
            <pc:docMk/>
            <pc:sldMk cId="2056263299" sldId="293"/>
            <ac:spMk id="2" creationId="{E5EB0CEC-468C-AF0B-47D2-E6A9BB101B4D}"/>
          </ac:spMkLst>
        </pc:spChg>
        <pc:spChg chg="mod">
          <ac:chgData name="manedipranay.529@outlook.com" userId="5004c770070db395" providerId="LiveId" clId="{58A9C1BA-B877-4660-BB8D-81FDE541E347}" dt="2026-09-02T04:02:52.959" v="663" actId="1076"/>
          <ac:spMkLst>
            <pc:docMk/>
            <pc:sldMk cId="2056263299" sldId="293"/>
            <ac:spMk id="3" creationId="{15D5CE7E-3826-7B73-BEAD-D0AB647E628C}"/>
          </ac:spMkLst>
        </pc:spChg>
        <pc:picChg chg="add mod">
          <ac:chgData name="manedipranay.529@outlook.com" userId="5004c770070db395" providerId="LiveId" clId="{58A9C1BA-B877-4660-BB8D-81FDE541E347}" dt="2026-09-02T04:03:13.773" v="670" actId="1440"/>
          <ac:picMkLst>
            <pc:docMk/>
            <pc:sldMk cId="2056263299" sldId="293"/>
            <ac:picMk id="6" creationId="{F2E0F6B7-5BEE-CA80-FDC0-DD2B8EC09B88}"/>
          </ac:picMkLst>
        </pc:picChg>
      </pc:sldChg>
      <pc:sldChg chg="addSp modSp add mod">
        <pc:chgData name="manedipranay.529@outlook.com" userId="5004c770070db395" providerId="LiveId" clId="{58A9C1BA-B877-4660-BB8D-81FDE541E347}" dt="2026-08-13T09:27:14.683" v="531" actId="1440"/>
        <pc:sldMkLst>
          <pc:docMk/>
          <pc:sldMk cId="383854717" sldId="294"/>
        </pc:sldMkLst>
        <pc:spChg chg="mod">
          <ac:chgData name="manedipranay.529@outlook.com" userId="5004c770070db395" providerId="LiveId" clId="{58A9C1BA-B877-4660-BB8D-81FDE541E347}" dt="2026-08-13T08:55:58.667" v="434" actId="113"/>
          <ac:spMkLst>
            <pc:docMk/>
            <pc:sldMk cId="383854717" sldId="294"/>
            <ac:spMk id="2" creationId="{B7574BE7-37DF-A97C-FFE7-7A8AF8A7827D}"/>
          </ac:spMkLst>
        </pc:spChg>
        <pc:spChg chg="mod">
          <ac:chgData name="manedipranay.529@outlook.com" userId="5004c770070db395" providerId="LiveId" clId="{58A9C1BA-B877-4660-BB8D-81FDE541E347}" dt="2026-08-13T08:57:46.194" v="442" actId="1076"/>
          <ac:spMkLst>
            <pc:docMk/>
            <pc:sldMk cId="383854717" sldId="294"/>
            <ac:spMk id="3" creationId="{72A6095A-BC13-8947-1F54-22F5BA2A06F5}"/>
          </ac:spMkLst>
        </pc:spChg>
        <pc:picChg chg="add mod">
          <ac:chgData name="manedipranay.529@outlook.com" userId="5004c770070db395" providerId="LiveId" clId="{58A9C1BA-B877-4660-BB8D-81FDE541E347}" dt="2026-08-13T09:27:14.683" v="531" actId="1440"/>
          <ac:picMkLst>
            <pc:docMk/>
            <pc:sldMk cId="383854717" sldId="294"/>
            <ac:picMk id="4" creationId="{00E3681E-E1F7-246A-9BAD-7A96CFAF27A1}"/>
          </ac:picMkLst>
        </pc:picChg>
      </pc:sldChg>
      <pc:sldChg chg="addSp modSp add mod">
        <pc:chgData name="manedipranay.529@outlook.com" userId="5004c770070db395" providerId="LiveId" clId="{58A9C1BA-B877-4660-BB8D-81FDE541E347}" dt="2026-08-28T03:12:25.424" v="643" actId="1440"/>
        <pc:sldMkLst>
          <pc:docMk/>
          <pc:sldMk cId="1914312270" sldId="295"/>
        </pc:sldMkLst>
        <pc:spChg chg="mod">
          <ac:chgData name="manedipranay.529@outlook.com" userId="5004c770070db395" providerId="LiveId" clId="{58A9C1BA-B877-4660-BB8D-81FDE541E347}" dt="2026-08-13T08:59:28.113" v="455" actId="113"/>
          <ac:spMkLst>
            <pc:docMk/>
            <pc:sldMk cId="1914312270" sldId="295"/>
            <ac:spMk id="2" creationId="{FA9A18DE-834A-2DAA-AA99-72228F5B3FF1}"/>
          </ac:spMkLst>
        </pc:spChg>
        <pc:spChg chg="mod">
          <ac:chgData name="manedipranay.529@outlook.com" userId="5004c770070db395" providerId="LiveId" clId="{58A9C1BA-B877-4660-BB8D-81FDE541E347}" dt="2026-08-13T08:58:35.767" v="448" actId="27636"/>
          <ac:spMkLst>
            <pc:docMk/>
            <pc:sldMk cId="1914312270" sldId="295"/>
            <ac:spMk id="3" creationId="{5E53775E-6FB8-BA7F-84D9-261C367C2AF1}"/>
          </ac:spMkLst>
        </pc:spChg>
        <pc:picChg chg="add mod modCrop">
          <ac:chgData name="manedipranay.529@outlook.com" userId="5004c770070db395" providerId="LiveId" clId="{58A9C1BA-B877-4660-BB8D-81FDE541E347}" dt="2026-08-28T03:12:25.424" v="643" actId="1440"/>
          <ac:picMkLst>
            <pc:docMk/>
            <pc:sldMk cId="1914312270" sldId="295"/>
            <ac:picMk id="4" creationId="{B0C59589-BDCD-B291-AD2D-2C25CFB4A11F}"/>
          </ac:picMkLst>
        </pc:picChg>
      </pc:sldChg>
      <pc:sldChg chg="addSp modSp add mod">
        <pc:chgData name="manedipranay.529@outlook.com" userId="5004c770070db395" providerId="LiveId" clId="{58A9C1BA-B877-4660-BB8D-81FDE541E347}" dt="2026-08-13T11:04:24.831" v="544" actId="1440"/>
        <pc:sldMkLst>
          <pc:docMk/>
          <pc:sldMk cId="1760634616" sldId="296"/>
        </pc:sldMkLst>
        <pc:spChg chg="mod">
          <ac:chgData name="manedipranay.529@outlook.com" userId="5004c770070db395" providerId="LiveId" clId="{58A9C1BA-B877-4660-BB8D-81FDE541E347}" dt="2026-08-13T09:01:20.074" v="472" actId="113"/>
          <ac:spMkLst>
            <pc:docMk/>
            <pc:sldMk cId="1760634616" sldId="296"/>
            <ac:spMk id="2" creationId="{F23D361B-5334-94B3-4FB0-8218ED309283}"/>
          </ac:spMkLst>
        </pc:spChg>
        <pc:spChg chg="mod">
          <ac:chgData name="manedipranay.529@outlook.com" userId="5004c770070db395" providerId="LiveId" clId="{58A9C1BA-B877-4660-BB8D-81FDE541E347}" dt="2026-08-13T09:00:38.223" v="469" actId="1076"/>
          <ac:spMkLst>
            <pc:docMk/>
            <pc:sldMk cId="1760634616" sldId="296"/>
            <ac:spMk id="3" creationId="{646B43E6-098D-9CEB-D003-445B37685B8F}"/>
          </ac:spMkLst>
        </pc:spChg>
        <pc:picChg chg="add mod modCrop">
          <ac:chgData name="manedipranay.529@outlook.com" userId="5004c770070db395" providerId="LiveId" clId="{58A9C1BA-B877-4660-BB8D-81FDE541E347}" dt="2026-08-13T11:04:24.831" v="544" actId="1440"/>
          <ac:picMkLst>
            <pc:docMk/>
            <pc:sldMk cId="1760634616" sldId="296"/>
            <ac:picMk id="4" creationId="{F6359B3D-80CC-0E4C-BCC2-732BE9D1CB6B}"/>
          </ac:picMkLst>
        </pc:picChg>
      </pc:sldChg>
      <pc:sldChg chg="addSp modSp add mod">
        <pc:chgData name="manedipranay.529@outlook.com" userId="5004c770070db395" providerId="LiveId" clId="{58A9C1BA-B877-4660-BB8D-81FDE541E347}" dt="2026-08-28T03:11:54.778" v="640" actId="34136"/>
        <pc:sldMkLst>
          <pc:docMk/>
          <pc:sldMk cId="570776463" sldId="297"/>
        </pc:sldMkLst>
        <pc:spChg chg="mod">
          <ac:chgData name="manedipranay.529@outlook.com" userId="5004c770070db395" providerId="LiveId" clId="{58A9C1BA-B877-4660-BB8D-81FDE541E347}" dt="2026-08-13T09:03:20.955" v="479" actId="2711"/>
          <ac:spMkLst>
            <pc:docMk/>
            <pc:sldMk cId="570776463" sldId="297"/>
            <ac:spMk id="2" creationId="{0957BBF1-0289-C95F-12F0-E43D49D493D4}"/>
          </ac:spMkLst>
        </pc:spChg>
        <pc:spChg chg="mod">
          <ac:chgData name="manedipranay.529@outlook.com" userId="5004c770070db395" providerId="LiveId" clId="{58A9C1BA-B877-4660-BB8D-81FDE541E347}" dt="2026-08-13T09:04:12.165" v="489" actId="1076"/>
          <ac:spMkLst>
            <pc:docMk/>
            <pc:sldMk cId="570776463" sldId="297"/>
            <ac:spMk id="3" creationId="{00C910AC-49FE-B577-59A3-66C6CD7AFDFE}"/>
          </ac:spMkLst>
        </pc:spChg>
        <pc:picChg chg="add mod">
          <ac:chgData name="manedipranay.529@outlook.com" userId="5004c770070db395" providerId="LiveId" clId="{58A9C1BA-B877-4660-BB8D-81FDE541E347}" dt="2026-08-28T03:11:54.778" v="640" actId="34136"/>
          <ac:picMkLst>
            <pc:docMk/>
            <pc:sldMk cId="570776463" sldId="297"/>
            <ac:picMk id="4" creationId="{B064B330-F077-F6BF-6964-2BC8C8B5C3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A3AE6-B0A4-456D-825B-F1A6E4695891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0B148-C9B4-450D-9A17-905C65063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0B148-C9B4-450D-9A17-905C65063AA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612E-0F4C-C7F1-4C3B-CAAB7C62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02CE1-5462-4C5D-A6BE-5704FBAF2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48CB9-82F2-27C0-D1F5-C77C822B4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FFFBC-7E9B-DED6-9E18-485587CB6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0B148-C9B4-450D-9A17-905C65063A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44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D31E-C78E-72B8-C6C4-E65430D9B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AFD51-2899-E6A7-03D3-55CC0A8DE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016F3-650C-BBD9-620C-40535C95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3FE3-3970-614A-A1F2-1F8382E6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2465E-FF95-0F71-16BD-4772144D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5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544D-CD98-7BA0-480B-8E85EE59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6296-25C8-6AA5-13AC-91897220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C8A9-7F1A-581B-3101-4394998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5C0C-6149-A072-4313-9D6C0294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04F9-4895-F91A-0199-EE7503A2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9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1180-EC2A-30E8-55FA-97A187500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12AA4-C55D-7FBE-16AA-7D92C46F5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CFEE-44C7-ED4A-7E7E-F622BA9A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23F7-2200-D9A5-C498-1181243A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479CE-2C7E-ED00-B710-A94A6993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8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127C-3F74-A728-32C8-20A9158A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FEFDD-A04C-3BC6-F999-3E41DE93D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B63E0-FA45-B23E-0A47-0047D3887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3E279-395E-4B08-CB22-0764E5CC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13389-13C5-D881-312F-E0F442F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E7C73-ECB2-A755-E231-D518FEA1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1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655E-E100-D1D7-6E86-91771333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D16C5-A110-7D7F-4EC4-BE6D847AD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6666F-ABAC-DD7E-D5D3-4ADF5598F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87EA5-152C-13FF-07AF-66ED750E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0524F-E0F0-F1BC-FB9B-ED567BEA1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E8A68-35FC-29CD-1B8E-52204252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68447-8173-401E-8F6A-EC8DE2A0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09F16-F3CA-8347-C27A-DFF4885D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7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347A-63A8-4B07-0F3A-4B324E9E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D69EF-59D0-ED0A-F579-D112F809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7E656-C9EA-E9CF-E617-54D149EC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1E9EC-36D0-7957-C08A-43ADEAF7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59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2D189-E738-25EC-8A84-1113DE06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911FE0-7F88-18F4-D5E4-B1980F72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5E46A-6664-87E8-5A3D-8001B07D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85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A096-E8BC-EDEA-E16E-945A9159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2280-8056-0CE2-04F2-1E1CFD9B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65D95-737E-9BA3-5D94-81DBF4E75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1CE91-BE9B-8806-0A4C-EC206DD6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D0CFB-7445-2A29-C112-1CE5745B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F7CFD-5352-5D77-4EA7-71677E3A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112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0878-66B0-BD2E-42E2-24F11E5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96D0A-BF14-930D-1B8C-DA67E44DB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9BC9B-2A70-C9F2-EBD0-9B8901B70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279CF-2D58-4106-1675-B41E2621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F0A29-255C-F1D9-0288-C212C7A1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64ED2-5161-A6A6-8585-9CC59502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19F8-885A-F4EE-0325-50436EE8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EAC2A-0843-4B6B-438A-76F5BDE0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83FA8-375C-B17E-A9D3-E52010C7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2BF6-D264-AD4F-C795-A798EDF5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AB38-58F3-FD34-6986-485A6D01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3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FD848-A21B-EB28-C3F5-5A70EF383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34B94-965F-4DD3-A591-C6348F1C1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7A31-3230-A5AF-179D-8C185014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E2EDB-5561-D76E-8A30-19EF5C8C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730EB-B3B5-043F-3932-022A0D09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2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88E21-EC11-AC5D-445A-C49F2F12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5D948-63D2-8A7E-E499-DD99FC753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7E067-D990-AFB5-44F7-994C02487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EB851-1CE3-4F50-863C-5010088D76F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98448-F015-744A-E606-053FDFAB5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B7AF2-8785-6F3D-C2F0-95C5C084E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2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953C-96FA-79E5-9698-7B54DDA8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8" y="2014164"/>
            <a:ext cx="8136467" cy="61700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for Banking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34B92-B9BF-F7C9-A377-DB696A6A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467" y="4656667"/>
            <a:ext cx="4521199" cy="1380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Pranay(192525382)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D9469-BBD6-D977-DE2D-57C168FD96EF}"/>
              </a:ext>
            </a:extLst>
          </p:cNvPr>
          <p:cNvSpPr txBox="1"/>
          <p:nvPr/>
        </p:nvSpPr>
        <p:spPr>
          <a:xfrm>
            <a:off x="2810934" y="3059668"/>
            <a:ext cx="543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CSA0408- OPERATING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D065DD54-D9E2-CCAB-7499-CA9E0D122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534" y="8467"/>
            <a:ext cx="11971866" cy="138006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AABFA-5FB7-4843-102B-E8715ABEF461}"/>
              </a:ext>
            </a:extLst>
          </p:cNvPr>
          <p:cNvSpPr txBox="1"/>
          <p:nvPr/>
        </p:nvSpPr>
        <p:spPr>
          <a:xfrm>
            <a:off x="804333" y="4656667"/>
            <a:ext cx="348826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J. Vasavi</a:t>
            </a:r>
          </a:p>
        </p:txBody>
      </p:sp>
    </p:spTree>
    <p:extLst>
      <p:ext uri="{BB962C8B-B14F-4D97-AF65-F5344CB8AC3E}">
        <p14:creationId xmlns:p14="http://schemas.microsoft.com/office/powerpoint/2010/main" val="147926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1930-7570-37D6-72AA-32CAC4EB9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99" y="437884"/>
            <a:ext cx="4969933" cy="631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4BE9B-E219-C085-0BE9-032191770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991" y="1688571"/>
            <a:ext cx="9962847" cy="4026429"/>
          </a:xfrm>
        </p:spPr>
        <p:txBody>
          <a:bodyPr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 handle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transactions simultaneously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 provide: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transaction processing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resource management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protection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 execution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input/output operations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OS architecture helps maintain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reliability, and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1FA25CF-E9A1-92C7-B795-4F9F96312B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B84F6F6-00CD-127C-963F-932DC01479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87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EA68-CD6A-C199-1856-2990B98D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1" y="314326"/>
            <a:ext cx="4275667" cy="58314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55961-6146-1524-F74A-FBE5AB79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91" y="1653646"/>
            <a:ext cx="8927609" cy="355070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types suitable for banking systems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transaction-based systems.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role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transaction processing.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user applications communicate with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how the OS manages multiple transactions simultaneously. </a:t>
            </a:r>
          </a:p>
          <a:p>
            <a:pPr lvl="0">
              <a:lnSpc>
                <a:spcPct val="150000"/>
              </a:lnSpc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D4B6470-B763-5063-6848-151989A885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6EB36582-43B9-FA52-FB44-0028EA3F61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9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A21A-5BB7-6D3E-9214-A11EAE32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34" y="64029"/>
            <a:ext cx="7162800" cy="61700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994944B-F5CF-904A-7780-01249E2683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041D4DEF-C8A0-157D-94EB-383F2539728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2056CF-B987-ED6F-6494-1351074BF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0" t="7791" r="1097" b="47807"/>
          <a:stretch>
            <a:fillRect/>
          </a:stretch>
        </p:blipFill>
        <p:spPr>
          <a:xfrm>
            <a:off x="2438400" y="1144382"/>
            <a:ext cx="7543799" cy="525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7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B7A7-0AD7-039B-AE43-C3BEF45B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13C3-1FEA-F642-54DD-67AEC898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34" y="64029"/>
            <a:ext cx="7162800" cy="61700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BE82D19-34F3-07E3-48C1-27DC9D0A83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CD37174-B427-B22D-4455-7AC6D818E2E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0058B9-73E1-5942-18A2-B14DB21F0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3" t="63723" r="68799" b="3293"/>
          <a:stretch>
            <a:fillRect/>
          </a:stretch>
        </p:blipFill>
        <p:spPr>
          <a:xfrm>
            <a:off x="2995748" y="1852507"/>
            <a:ext cx="6200503" cy="43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5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C5B00-9C8B-2A27-2E37-F95FF7F4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BBF1-0289-C95F-12F0-E43D49D4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1" y="314326"/>
            <a:ext cx="4275667" cy="58314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10AC-49FE-B577-59A3-66C6CD7AF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966" y="1727202"/>
            <a:ext cx="8394701" cy="3615266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 require an OS capable of handling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simultaneous transactions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and multiprocessing capabilities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concurrent banking operations.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kernel-based OS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processes, memory, files, I/O, and security.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the interface between banking applications and OS services.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OS management helps achieve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secure, and efficient transaction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C39A02C-EB3E-967A-FBF2-313591607C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D9E8DDF-96CB-535D-AAB2-B86DC8B396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7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E5F90-234A-DB32-44D5-3BDE1F9098E6}"/>
              </a:ext>
            </a:extLst>
          </p:cNvPr>
          <p:cNvSpPr txBox="1"/>
          <p:nvPr/>
        </p:nvSpPr>
        <p:spPr>
          <a:xfrm>
            <a:off x="3048000" y="190550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03578418-0DAF-BAE1-1EBF-5E60075BCF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7AC7C3F1-AEFF-6128-C09F-50CC5C0707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4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0E8E-4BEA-B008-2561-ED2F2DF7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6CB2C2-E931-8AE5-E26B-CDE62FD95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66" y="499533"/>
            <a:ext cx="7027333" cy="58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01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192</Words>
  <Application>Microsoft Office PowerPoint</Application>
  <PresentationFormat>Widescreen</PresentationFormat>
  <Paragraphs>32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Operating System for Banking Systems</vt:lpstr>
      <vt:lpstr>Introduction</vt:lpstr>
      <vt:lpstr>Objectives</vt:lpstr>
      <vt:lpstr>Architecture Diagram</vt:lpstr>
      <vt:lpstr>System Calls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manedipranay.529@outlook.com</dc:creator>
  <cp:lastModifiedBy>manedipranay.529@outlook.com</cp:lastModifiedBy>
  <cp:revision>14</cp:revision>
  <dcterms:created xsi:type="dcterms:W3CDTF">2026-07-16T13:26:31Z</dcterms:created>
  <dcterms:modified xsi:type="dcterms:W3CDTF">2026-10-03T08:40:29Z</dcterms:modified>
</cp:coreProperties>
</file>